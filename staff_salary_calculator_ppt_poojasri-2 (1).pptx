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Salary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Presentation</a:t>
            </a:r>
          </a:p>
          <a:p/>
          <a:p>
            <a:r>
              <a:t>Name: D. Pooja Sri</a:t>
            </a:r>
          </a:p>
          <a:p>
            <a:r>
              <a:t>Class: CAI-B</a:t>
            </a:r>
          </a:p>
          <a:p>
            <a:r>
              <a:t>Roll No: 25A31A374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Staff Salary Calculator is a simple system used to calculate staff salaries quickly and easily.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 manual calculation</a:t>
            </a:r>
          </a:p>
          <a:p>
            <a:r>
              <a:t>• Save time</a:t>
            </a:r>
          </a:p>
          <a:p>
            <a:r>
              <a:t>• Avoid errors in salary calculation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Enter basic salary</a:t>
            </a:r>
          </a:p>
          <a:p>
            <a:r>
              <a:t>• Calculate allowances</a:t>
            </a:r>
          </a:p>
          <a:p>
            <a:r>
              <a:t>• Generate total salary automatically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C++ Programming</a:t>
            </a:r>
          </a:p>
          <a:p>
            <a:r>
              <a:t>• Basic Programming Logic</a:t>
            </a:r>
          </a:p>
          <a:p>
            <a:r>
              <a:t>• GitHub for project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Enter basic salary</a:t>
            </a:r>
          </a:p>
          <a:p>
            <a:r>
              <a:t>2. Calculate HRA and DA</a:t>
            </a:r>
          </a:p>
          <a:p>
            <a:r>
              <a:t>3. Display total salary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Easy to use</a:t>
            </a:r>
          </a:p>
          <a:p>
            <a:r>
              <a:t>• Fast calculation</a:t>
            </a:r>
          </a:p>
          <a:p>
            <a:r>
              <a:t>• Reduces manual 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system helps calculate employee salaries efficiently and reduces manual effort.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